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71" r:id="rId5"/>
    <p:sldId id="269" r:id="rId6"/>
    <p:sldId id="270" r:id="rId7"/>
    <p:sldId id="272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20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8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1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40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60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83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59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1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59D22FA-6D4E-4AE6-A55F-87F5F5BC2EC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66AFF2C-8301-4E2F-96EB-117B55309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3404-73BF-D11C-58A2-ABAD4CB2F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E29F2-8048-26C2-BA24-FBA4D70822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849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8D11-501F-5F9E-1C98-E45C0A6B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CDF3-E21D-B712-DFDB-B49D316FA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379338" cy="4050792"/>
          </a:xfrm>
        </p:spPr>
        <p:txBody>
          <a:bodyPr/>
          <a:lstStyle/>
          <a:p>
            <a:pPr algn="just"/>
            <a:r>
              <a:rPr lang="en-US" dirty="0"/>
              <a:t>Python Data types are the classification or categorization of data items. </a:t>
            </a:r>
          </a:p>
          <a:p>
            <a:pPr algn="just"/>
            <a:r>
              <a:rPr lang="en-US" dirty="0"/>
              <a:t>It represents the kind of value that tells what operations can be performed on a particular data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8340E7-3141-1986-8807-DDE9856D89A9}"/>
              </a:ext>
            </a:extLst>
          </p:cNvPr>
          <p:cNvGraphicFramePr>
            <a:graphicFrameLocks noGrp="1"/>
          </p:cNvGraphicFramePr>
          <p:nvPr/>
        </p:nvGraphicFramePr>
        <p:xfrm>
          <a:off x="5888666" y="2121408"/>
          <a:ext cx="5504121" cy="3902323"/>
        </p:xfrm>
        <a:graphic>
          <a:graphicData uri="http://schemas.openxmlformats.org/drawingml/2006/table">
            <a:tbl>
              <a:tblPr/>
              <a:tblGrid>
                <a:gridCol w="1834707">
                  <a:extLst>
                    <a:ext uri="{9D8B030D-6E8A-4147-A177-3AD203B41FA5}">
                      <a16:colId xmlns:a16="http://schemas.microsoft.com/office/drawing/2014/main" val="1562640872"/>
                    </a:ext>
                  </a:extLst>
                </a:gridCol>
                <a:gridCol w="1834707">
                  <a:extLst>
                    <a:ext uri="{9D8B030D-6E8A-4147-A177-3AD203B41FA5}">
                      <a16:colId xmlns:a16="http://schemas.microsoft.com/office/drawing/2014/main" val="2453930802"/>
                    </a:ext>
                  </a:extLst>
                </a:gridCol>
                <a:gridCol w="1834707">
                  <a:extLst>
                    <a:ext uri="{9D8B030D-6E8A-4147-A177-3AD203B41FA5}">
                      <a16:colId xmlns:a16="http://schemas.microsoft.com/office/drawing/2014/main" val="1743182635"/>
                    </a:ext>
                  </a:extLst>
                </a:gridCol>
              </a:tblGrid>
              <a:tr h="29023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effectLst/>
                        </a:rPr>
                        <a:t>Data Types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effectLst/>
                        </a:rPr>
                        <a:t>Classes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effectLst/>
                        </a:rPr>
                        <a:t>Description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4926"/>
                  </a:ext>
                </a:extLst>
              </a:tr>
              <a:tr h="410325"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Numeric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int, float, complex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holds numeric values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659800"/>
                  </a:ext>
                </a:extLst>
              </a:tr>
              <a:tr h="650515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String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str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holds sequence of characters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856190"/>
                  </a:ext>
                </a:extLst>
              </a:tr>
              <a:tr h="530421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Sequence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list, tuple, range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holds collection of items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6019"/>
                  </a:ext>
                </a:extLst>
              </a:tr>
              <a:tr h="770611"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Mapping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dict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holds data in key-value pair form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71264"/>
                  </a:ext>
                </a:extLst>
              </a:tr>
              <a:tr h="530421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Boolean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bool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holds either True or False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046687"/>
                  </a:ext>
                </a:extLst>
              </a:tr>
              <a:tr h="650515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Set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set, frozenset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hold collection of unique items</a:t>
                      </a:r>
                    </a:p>
                  </a:txBody>
                  <a:tcPr marL="52889" marR="52889" marT="26445" marB="264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66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22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A66E-9E35-2039-8E70-10AAD5DE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 Data type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6FCF1-FA86-E3D2-ABF3-FADC98D8E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87279"/>
            <a:ext cx="4708947" cy="428492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/>
              <a:t>In Python, numeric data type is used to hold numeric values.</a:t>
            </a:r>
          </a:p>
          <a:p>
            <a:pPr marL="0" indent="0" algn="just">
              <a:buNone/>
            </a:pPr>
            <a:r>
              <a:rPr lang="en-US" sz="1800" dirty="0"/>
              <a:t>Integers, floating-point numbers and complex numbers fall under Python numbers category. They are defined as int, float and complex classes in Python.</a:t>
            </a:r>
          </a:p>
          <a:p>
            <a:pPr algn="just"/>
            <a:r>
              <a:rPr lang="en-US" sz="1800" dirty="0"/>
              <a:t>int - holds signed integers of non-limited length.</a:t>
            </a:r>
          </a:p>
          <a:p>
            <a:pPr algn="just"/>
            <a:r>
              <a:rPr lang="en-US" sz="1800" dirty="0"/>
              <a:t>float - holds floating decimal points and it's accurate up to 15 decimal places.</a:t>
            </a:r>
          </a:p>
          <a:p>
            <a:pPr algn="just"/>
            <a:r>
              <a:rPr lang="en-US" sz="1800" dirty="0"/>
              <a:t>complex - holds complex numbers.</a:t>
            </a:r>
          </a:p>
          <a:p>
            <a:pPr marL="0" indent="0" algn="just">
              <a:buNone/>
            </a:pPr>
            <a:r>
              <a:rPr lang="en-US" sz="1800" dirty="0"/>
              <a:t>We can use the type() function to know which class a variable or a value belongs to.</a:t>
            </a:r>
            <a:endParaRPr lang="en-IN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739121-9C96-B4D8-51AE-B28723DEE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4" y="1754372"/>
            <a:ext cx="4754880" cy="44178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num1 = 5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print(num1, 'is of type', type(num1))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num2 = 2.0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print(num2, 'is of type', type(num2))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num3 = 1+2j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print(num3, 'is of type', type(num3))</a:t>
            </a:r>
          </a:p>
          <a:p>
            <a:pPr marL="0" indent="0">
              <a:buNone/>
            </a:pP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 is of type &lt;class 'int'&gt;</a:t>
            </a:r>
          </a:p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2.0 is of type &lt;class 'float'&gt;</a:t>
            </a:r>
          </a:p>
          <a:p>
            <a:pPr marL="0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(1+2j) is of type &lt;class 'complex'&gt;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E0B7-5934-155D-1FBF-88835899A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String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2C6D6-0E64-F1C2-3ABB-FADB7F830C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String is a sequence of characters represented by either single or double quotes.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D673-F6C9-7D66-2877-1FA96B0893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name = 'Python'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print(name)  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message = 'Python for beginners'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print(message)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b="1" dirty="0">
                <a:ea typeface="Cascadia Code" panose="020B0609020000020004" pitchFamily="49" charset="0"/>
                <a:cs typeface="Cascadia Code" panose="020B0609020000020004" pitchFamily="49" charset="0"/>
              </a:rPr>
              <a:t>Output: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for beginners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17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2C43-DA0D-3EC7-16A3-25E4FD93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List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76BE-76FF-882E-1EE3-5F3A248754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/>
              <a:t>List is an ordered collection of similar or different types of items separated by commas and enclosed within brackets [ ]. </a:t>
            </a:r>
            <a:endParaRPr lang="en-IN" dirty="0"/>
          </a:p>
          <a:p>
            <a:pPr algn="just"/>
            <a:r>
              <a:rPr lang="en-US" dirty="0"/>
              <a:t>To access items from a list, we use the index number (0, 1, 2 ...).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D6717-DAC2-C1AF-F389-2E62A49EFA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languages = ["Swift", "Java", "Python"]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access element at index 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print(languages[0])   # Swift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access element at index 2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print(languages[2])   # Python</a:t>
            </a:r>
          </a:p>
        </p:txBody>
      </p:sp>
    </p:spTree>
    <p:extLst>
      <p:ext uri="{BB962C8B-B14F-4D97-AF65-F5344CB8AC3E}">
        <p14:creationId xmlns:p14="http://schemas.microsoft.com/office/powerpoint/2010/main" val="396558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6033-E7B0-FD95-98E2-78B77ADA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Tuple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4D4AC-EFA1-0495-C776-53AAB590FE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Tuple is an ordered sequence of items same as a list. The only difference is that tuples are immutable. Tuples once created cannot be modified.</a:t>
            </a:r>
          </a:p>
          <a:p>
            <a:pPr algn="just"/>
            <a:r>
              <a:rPr lang="en-US" dirty="0"/>
              <a:t>In Python, we use the parentheses () to store items of a tuple. </a:t>
            </a:r>
          </a:p>
          <a:p>
            <a:pPr algn="just"/>
            <a:r>
              <a:rPr lang="en-US" dirty="0"/>
              <a:t>Similar to lists, we use the index number to access tuple items in Python 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370BB-AA1E-5B23-2F61-4E43E12AE0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create a tuple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 = ('Microsoft', 'Xbox', 499.99)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access element at index 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print(product[0])   # Microsoft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access element at index 1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print(product[1])   # Xbox</a:t>
            </a:r>
          </a:p>
        </p:txBody>
      </p:sp>
    </p:spTree>
    <p:extLst>
      <p:ext uri="{BB962C8B-B14F-4D97-AF65-F5344CB8AC3E}">
        <p14:creationId xmlns:p14="http://schemas.microsoft.com/office/powerpoint/2010/main" val="66931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42FAF-28EC-1C08-B061-D5504E96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Set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D2BCD-CCBC-28FB-1DD2-DFD267AFD8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400" dirty="0"/>
              <a:t>Set is an unordered collection of unique items. </a:t>
            </a:r>
          </a:p>
          <a:p>
            <a:r>
              <a:rPr lang="en-US" sz="2400" dirty="0"/>
              <a:t>Set is defined by values separated by commas inside braces { }. 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C7BFD-0BC9-B56B-B251-77981EDDF5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create a set named 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student_id</a:t>
            </a:r>
            <a:endParaRPr lang="en-US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student_id</a:t>
            </a: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{112, 114, 116, 118, 115}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display 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student_id</a:t>
            </a: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elements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student_id</a:t>
            </a: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display type of 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student_id</a:t>
            </a:r>
            <a:endParaRPr lang="en-US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print(type(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student_id</a:t>
            </a: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{112, 114, 115, 116, 118}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&lt;class 'set'&gt;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92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97DC-4C28-1089-F8E0-CFBDB963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Dictionary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6514A-0712-7636-01B7-5A0605F79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145240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300" dirty="0"/>
              <a:t>Python dictionary is an ordered collection of items. It stores elements in key/value pairs.</a:t>
            </a:r>
          </a:p>
          <a:p>
            <a:pPr algn="just"/>
            <a:r>
              <a:rPr lang="en-US" sz="2300" dirty="0"/>
              <a:t>Here, keys are unique identifiers that are associated with each value.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F0F53-67E8-A99C-AE4D-CEA49211F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9964" y="3646966"/>
            <a:ext cx="4754880" cy="32110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create a dictionary named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capital_city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capital_city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{'Nepal': 'Kathmandu', 'Italy': 'Rome', 'England': 'London'}</a:t>
            </a:r>
          </a:p>
          <a:p>
            <a:pPr marL="0" indent="0">
              <a:buNone/>
            </a:pPr>
            <a:endParaRPr lang="en-IN" dirty="0">
              <a:solidFill>
                <a:schemeClr val="accent2">
                  <a:lumMod val="7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capital_city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chemeClr val="accent2">
                  <a:lumMod val="7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pPr marL="0" indent="0">
              <a:buNone/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{'Nepal': 'Kathmandu', 'Italy': 'Rome', 'England': 'London'}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5AA49-AE1D-F263-FF68-A2EF96936E2E}"/>
              </a:ext>
            </a:extLst>
          </p:cNvPr>
          <p:cNvSpPr txBox="1"/>
          <p:nvPr/>
        </p:nvSpPr>
        <p:spPr>
          <a:xfrm>
            <a:off x="6905846" y="2194560"/>
            <a:ext cx="441251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Access Dictionary Values Using Keys</a:t>
            </a:r>
          </a:p>
          <a:p>
            <a:r>
              <a:rPr lang="en-IN" dirty="0"/>
              <a:t>We use keys to retrieve the respective value. But not the other way around. For example,</a:t>
            </a:r>
          </a:p>
          <a:p>
            <a:endParaRPr lang="en-IN" dirty="0"/>
          </a:p>
          <a:p>
            <a:endParaRPr lang="en-IN" sz="1600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1600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capital_city</a:t>
            </a:r>
            <a:r>
              <a:rPr lang="en-IN" sz="1600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['Nepal'])  # prints Kathmandu</a:t>
            </a:r>
          </a:p>
          <a:p>
            <a:endParaRPr lang="en-IN" sz="1600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1600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capital_city</a:t>
            </a:r>
            <a:r>
              <a:rPr lang="en-IN" sz="1600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['Kathmandu'])  # throws error message </a:t>
            </a:r>
          </a:p>
        </p:txBody>
      </p:sp>
    </p:spTree>
    <p:extLst>
      <p:ext uri="{BB962C8B-B14F-4D97-AF65-F5344CB8AC3E}">
        <p14:creationId xmlns:p14="http://schemas.microsoft.com/office/powerpoint/2010/main" val="2671945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D476E0-0E05-3469-D477-086D1EE3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Conversion between Datatypes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5D2A6-9A87-F00E-4103-102703B3B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1943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can convert between different data types by using different type conversion functions like int(), float(), str() etc.</a:t>
            </a:r>
          </a:p>
          <a:p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float(5)     #convert 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interger</a:t>
            </a: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to float using float() method</a:t>
            </a:r>
          </a:p>
          <a:p>
            <a:pPr marL="274320" lvl="1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5.0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str(20)      #convert integer to string</a:t>
            </a:r>
          </a:p>
          <a:p>
            <a:pPr marL="274320" lvl="1" indent="0">
              <a:buNone/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‘20’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= [1, 2, 3]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print(type(a))      #type of a is list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 = set(a)          #convert list to set using set() method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print(type(s))      #now type of s is set</a:t>
            </a:r>
          </a:p>
          <a:p>
            <a:pPr marL="274320" lvl="1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&lt;class 'list'&gt;</a:t>
            </a:r>
          </a:p>
          <a:p>
            <a:pPr marL="274320" lvl="1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&lt;class 'set'&gt;</a:t>
            </a:r>
          </a:p>
        </p:txBody>
      </p:sp>
    </p:spTree>
    <p:extLst>
      <p:ext uri="{BB962C8B-B14F-4D97-AF65-F5344CB8AC3E}">
        <p14:creationId xmlns:p14="http://schemas.microsoft.com/office/powerpoint/2010/main" val="3397391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D734-4C20-FC68-CF31-28789B5B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846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465</TotalTime>
  <Words>819</Words>
  <Application>Microsoft Office PowerPoint</Application>
  <PresentationFormat>Widescreen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Cascadia Code</vt:lpstr>
      <vt:lpstr>Rockwell</vt:lpstr>
      <vt:lpstr>Rockwell Condensed</vt:lpstr>
      <vt:lpstr>Wingdings</vt:lpstr>
      <vt:lpstr>Wood Type</vt:lpstr>
      <vt:lpstr>Data Types</vt:lpstr>
      <vt:lpstr>Data Types</vt:lpstr>
      <vt:lpstr>Numeric Data type</vt:lpstr>
      <vt:lpstr>Python String Data Type</vt:lpstr>
      <vt:lpstr>Python List Data Type</vt:lpstr>
      <vt:lpstr>Python Tuple Data Type</vt:lpstr>
      <vt:lpstr>Python Set Data Type</vt:lpstr>
      <vt:lpstr>Python Dictionary Data Type</vt:lpstr>
      <vt:lpstr>Conversion between Datatypes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Ishani Sharma</dc:creator>
  <cp:lastModifiedBy>Ishani Sharma</cp:lastModifiedBy>
  <cp:revision>4</cp:revision>
  <dcterms:created xsi:type="dcterms:W3CDTF">2025-02-06T04:24:24Z</dcterms:created>
  <dcterms:modified xsi:type="dcterms:W3CDTF">2025-08-14T04:57:31Z</dcterms:modified>
</cp:coreProperties>
</file>